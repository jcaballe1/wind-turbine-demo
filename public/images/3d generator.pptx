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F502F-AAF1-1B21-0284-9F612815F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49710-1C3C-0595-A9DC-44CAED14E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08A65-5777-4AF9-7B5B-037DBC645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C044-718E-474F-A86F-FE2505B47BAC}" type="datetimeFigureOut">
              <a:rPr lang="en-NL" smtClean="0"/>
              <a:t>04/03/2026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D5992-BB8F-E574-1D36-FBF132F7A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CFE2E-F797-99E9-025B-44F61ABCF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D341-D95D-42A6-B543-E0213D1A7C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27516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28553-5793-1989-D6F4-9CB1E31DD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3CD79-80BE-D2A8-9AA3-0E391B495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88110-9A87-C656-1299-3A62B5E98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C044-718E-474F-A86F-FE2505B47BAC}" type="datetimeFigureOut">
              <a:rPr lang="en-NL" smtClean="0"/>
              <a:t>04/03/2026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F9AD7-A2DB-7788-2A90-B6994F984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8131D-690C-200A-12EE-891071C5E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D341-D95D-42A6-B543-E0213D1A7C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0196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7AB45-B534-F351-5FDF-8E9028B4D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B865C-C692-DF5E-765F-3D6585087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55227-8318-D3D1-4A77-68B00B523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C044-718E-474F-A86F-FE2505B47BAC}" type="datetimeFigureOut">
              <a:rPr lang="en-NL" smtClean="0"/>
              <a:t>04/03/2026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201DC-320B-D07E-57D3-63DCF9289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64131-8A24-FFB6-BB0A-08D6C1DDD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D341-D95D-42A6-B543-E0213D1A7C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80171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65F7F-385E-9A93-62BD-1515D8239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4DD19-5BB8-8A90-CEAA-FA6DC7842B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A76EBB-2F9C-8934-843A-7D27DA481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4079C-947B-E86E-BDA8-85A82C05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C044-718E-474F-A86F-FE2505B47BAC}" type="datetimeFigureOut">
              <a:rPr lang="en-NL" smtClean="0"/>
              <a:t>04/03/2026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FB73AC-6D56-09A4-C261-FF78E4BF6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42868-2534-5FC6-19F6-DD0FE32E5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D341-D95D-42A6-B543-E0213D1A7C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68529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3546B-A52A-5003-D8F8-18935B09C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E7CCD-F149-CD25-3CF1-A52DE9E80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7481F4-AA43-0B09-9E85-D0B5F7B35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971966-1D3B-FE9E-A99D-9498167890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AD2C60-DB91-78DF-5ED8-78D8303324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7A75D3-98A0-A534-9046-6BEF8E8EE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C044-718E-474F-A86F-FE2505B47BAC}" type="datetimeFigureOut">
              <a:rPr lang="en-NL" smtClean="0"/>
              <a:t>04/03/2026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62E695-94D2-BBB2-54F7-451333650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5EA2AE-9DEF-90E5-932B-B8B5E3137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D341-D95D-42A6-B543-E0213D1A7C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66307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D085A-0227-B0A8-43A5-8F3FBB653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AE27D-8CF4-465C-8931-11D5A4380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C044-718E-474F-A86F-FE2505B47BAC}" type="datetimeFigureOut">
              <a:rPr lang="en-NL" smtClean="0"/>
              <a:t>04/03/2026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E08BC7-09EE-6450-DEFE-74D27D340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1F3E57-FD16-16E1-BF50-FCC3138B2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D341-D95D-42A6-B543-E0213D1A7C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30228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00D472-0A15-E25B-FF6D-CB44C6099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C044-718E-474F-A86F-FE2505B47BAC}" type="datetimeFigureOut">
              <a:rPr lang="en-NL" smtClean="0"/>
              <a:t>04/03/2026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032F77-1809-AB2D-1DB5-04CC3D42B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37C3B-1CBD-7166-6EE5-97BD8BE60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D341-D95D-42A6-B543-E0213D1A7C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9862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B0319-53E8-D2FA-5B24-A066F2660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CD60D-7323-3C6B-8A32-66FA41D19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F219F-9B0B-144C-75BB-33D94BD04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452E3-F70D-AA1B-CF39-629461FF8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C044-718E-474F-A86F-FE2505B47BAC}" type="datetimeFigureOut">
              <a:rPr lang="en-NL" smtClean="0"/>
              <a:t>04/03/2026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5C818F-A806-D9D9-6233-D2DC1F30B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2D76E-608D-F57E-52B9-DDB768FFD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D341-D95D-42A6-B543-E0213D1A7C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39812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97109-4A14-6625-1F99-4911089A0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A7C711-E356-4C6F-7003-C2A9EFDC0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938DD5-2E7F-256A-1171-98949AE4D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CEB2C-9928-D56A-1172-A3381515F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C044-718E-474F-A86F-FE2505B47BAC}" type="datetimeFigureOut">
              <a:rPr lang="en-NL" smtClean="0"/>
              <a:t>04/03/2026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965214-6D87-B4AA-D8DC-BE8C5AE09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40EA0-6439-651C-B662-0C974C989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D341-D95D-42A6-B543-E0213D1A7C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11170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DEE79-0276-45AD-7011-0D3173A47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BBBA01-08DE-A88D-E696-243E08CADD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7B475-C451-7D96-B0F2-2B05F6FC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C044-718E-474F-A86F-FE2505B47BAC}" type="datetimeFigureOut">
              <a:rPr lang="en-NL" smtClean="0"/>
              <a:t>04/03/2026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EC5C4-ABF2-9A47-3935-72A23A55A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C6A71-95BA-F42D-8988-2138E7273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D341-D95D-42A6-B543-E0213D1A7C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00846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37B290-594B-6584-795E-A5B2C6E863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584229-2428-9A7C-62E9-B70936CA0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359B1-45D0-435C-909A-B94475ED6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C044-718E-474F-A86F-FE2505B47BAC}" type="datetimeFigureOut">
              <a:rPr lang="en-NL" smtClean="0"/>
              <a:t>04/03/2026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F3C29-DBF9-7286-678F-25549C9E3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6EB43-E74F-066A-8DD5-6DBBFE125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D341-D95D-42A6-B543-E0213D1A7C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29419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BABDC7-31AA-F052-7BDF-71DE1038C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A9B59-E6D4-A3CD-A887-F4050199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FA047-EFBA-C9EE-8A2F-C7D14EFDBF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22C044-718E-474F-A86F-FE2505B47BAC}" type="datetimeFigureOut">
              <a:rPr lang="en-NL" smtClean="0"/>
              <a:t>04/03/2026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BE40D-7E14-EA89-6787-5DD5BFA508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12CB8-F69F-440D-A622-200B1DAC0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6D341-D95D-42A6-B543-E0213D1A7C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46812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6B256-83E3-0F06-920A-B4799AD592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FE797-3DEB-CF47-821D-F44C8D19B3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5022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0B3C52-6CA4-352F-6674-093F6B663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0A4DAC33-8263-080C-7656-C23C96963D71}"/>
              </a:ext>
            </a:extLst>
          </p:cNvPr>
          <p:cNvGrpSpPr/>
          <p:nvPr/>
        </p:nvGrpSpPr>
        <p:grpSpPr>
          <a:xfrm>
            <a:off x="1213451" y="1231838"/>
            <a:ext cx="9066801" cy="3889797"/>
            <a:chOff x="1213451" y="1231838"/>
            <a:chExt cx="9066801" cy="38897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6971282-7F06-FB9E-6A31-699F32B038A7}"/>
                </a:ext>
              </a:extLst>
            </p:cNvPr>
            <p:cNvSpPr txBox="1"/>
            <p:nvPr/>
          </p:nvSpPr>
          <p:spPr>
            <a:xfrm>
              <a:off x="1213451" y="1703910"/>
              <a:ext cx="232176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NL" sz="1400" dirty="0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Neodymium Permanent Magnets (Rotor)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28749D-D842-2C85-C2EB-18384CDC7A17}"/>
                </a:ext>
              </a:extLst>
            </p:cNvPr>
            <p:cNvSpPr txBox="1"/>
            <p:nvPr/>
          </p:nvSpPr>
          <p:spPr>
            <a:xfrm>
              <a:off x="1580740" y="4474982"/>
              <a:ext cx="235463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NL" sz="1400" dirty="0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Central Shaft &amp; Bearing System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6DD53A-6584-70A2-88FB-C457E4C81887}"/>
                </a:ext>
              </a:extLst>
            </p:cNvPr>
            <p:cNvSpPr txBox="1"/>
            <p:nvPr/>
          </p:nvSpPr>
          <p:spPr>
            <a:xfrm>
              <a:off x="8451273" y="4598415"/>
              <a:ext cx="18289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NL" sz="1400" dirty="0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Copper Stator Windings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D4BFFA-4EA7-21EC-FD95-04C4C57F5D71}"/>
                </a:ext>
              </a:extLst>
            </p:cNvPr>
            <p:cNvSpPr txBox="1"/>
            <p:nvPr/>
          </p:nvSpPr>
          <p:spPr>
            <a:xfrm>
              <a:off x="7875115" y="1231838"/>
              <a:ext cx="20896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NL" sz="1400" dirty="0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Generator Housing (Stator Frame)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4959318-D63F-3324-D9E1-8960D7813B0E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V="1">
              <a:off x="3935378" y="3968496"/>
              <a:ext cx="1706470" cy="768096"/>
            </a:xfrm>
            <a:prstGeom prst="straightConnector1">
              <a:avLst/>
            </a:prstGeom>
            <a:ln w="9525">
              <a:solidFill>
                <a:srgbClr val="333333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1C579DC-7AEB-76B9-FE5B-0AA69C82DF31}"/>
                </a:ext>
              </a:extLst>
            </p:cNvPr>
            <p:cNvCxnSpPr>
              <a:cxnSpLocks/>
            </p:cNvCxnSpPr>
            <p:nvPr/>
          </p:nvCxnSpPr>
          <p:spPr>
            <a:xfrm>
              <a:off x="3519055" y="1975881"/>
              <a:ext cx="868218" cy="259902"/>
            </a:xfrm>
            <a:prstGeom prst="straightConnector1">
              <a:avLst/>
            </a:prstGeom>
            <a:ln w="9525">
              <a:solidFill>
                <a:srgbClr val="333333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7D34830-6970-9BE3-302A-D56EE0C5AA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56945" y="4352544"/>
              <a:ext cx="794328" cy="488788"/>
            </a:xfrm>
            <a:prstGeom prst="straightConnector1">
              <a:avLst/>
            </a:prstGeom>
            <a:ln w="9525">
              <a:solidFill>
                <a:srgbClr val="333333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7DB4EFA-8503-67A5-9542-7EB8978472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8182" y="1493448"/>
              <a:ext cx="716933" cy="261610"/>
            </a:xfrm>
            <a:prstGeom prst="straightConnector1">
              <a:avLst/>
            </a:prstGeom>
            <a:ln w="9525">
              <a:solidFill>
                <a:srgbClr val="333333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7334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E6E5E11DEC1146A70E31F33FB31675" ma:contentTypeVersion="15" ma:contentTypeDescription="Create a new document." ma:contentTypeScope="" ma:versionID="0550d7a5b26fa5f6ba8148a064c616bc">
  <xsd:schema xmlns:xsd="http://www.w3.org/2001/XMLSchema" xmlns:xs="http://www.w3.org/2001/XMLSchema" xmlns:p="http://schemas.microsoft.com/office/2006/metadata/properties" xmlns:ns2="eefd64f8-521a-4d75-820d-33dbb41358e5" xmlns:ns3="39e76166-db2c-41c1-b24c-da9e81884ae8" targetNamespace="http://schemas.microsoft.com/office/2006/metadata/properties" ma:root="true" ma:fieldsID="35b404cc8517b85db77916685afb4464" ns2:_="" ns3:_="">
    <xsd:import namespace="eefd64f8-521a-4d75-820d-33dbb41358e5"/>
    <xsd:import namespace="39e76166-db2c-41c1-b24c-da9e81884a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fd64f8-521a-4d75-820d-33dbb41358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0a708cad-5c33-4bc2-bb7f-2a05af8a24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e76166-db2c-41c1-b24c-da9e81884ae8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402127c6-0aa6-4aa7-8ba0-af810706083e}" ma:internalName="TaxCatchAll" ma:showField="CatchAllData" ma:web="39e76166-db2c-41c1-b24c-da9e81884a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9e76166-db2c-41c1-b24c-da9e81884ae8" xsi:nil="true"/>
    <lcf76f155ced4ddcb4097134ff3c332f xmlns="eefd64f8-521a-4d75-820d-33dbb41358e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D6BBBF3-9824-4822-90ED-C9E2090800AC}"/>
</file>

<file path=customXml/itemProps2.xml><?xml version="1.0" encoding="utf-8"?>
<ds:datastoreItem xmlns:ds="http://schemas.openxmlformats.org/officeDocument/2006/customXml" ds:itemID="{915AE787-35D0-45D9-8833-054F50125048}"/>
</file>

<file path=customXml/itemProps3.xml><?xml version="1.0" encoding="utf-8"?>
<ds:datastoreItem xmlns:ds="http://schemas.openxmlformats.org/officeDocument/2006/customXml" ds:itemID="{9877EC1D-0A03-49C0-84CC-C4D9745AC11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Andres Caballero Rosas</dc:creator>
  <cp:lastModifiedBy>Andres Caballero Rosas</cp:lastModifiedBy>
  <cp:revision>1</cp:revision>
  <dcterms:created xsi:type="dcterms:W3CDTF">2026-03-04T12:23:57Z</dcterms:created>
  <dcterms:modified xsi:type="dcterms:W3CDTF">2026-03-04T12:42:56Z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0x01010029E6E5E11DEC1146A70E31F33FB31675</vt:lpwstr>
  </property>
</Properties>
</file>